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</p:sldIdLst>
  <p:sldSz cx="10972800" cy="7315200"/>
</p:presentation>
</file>

<file path=ppt/_rels/presentation.xml.rels><Relationships xmlns="http://schemas.openxmlformats.org/package/2006/relationships"><Relationship Id="s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spTree>
      <p:nvGrpSpPr>
        <p:cNvPr id="1" name=""/>
        <p:cNvGrpSpPr/>
        <p:nvPr/>
      </p:nvGrpSpPr>
      <p:grpSpPr/>
      <p:sp>
        <p:nvSpPr>
          <p:cNvPr id="2" name="s2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ABCDef">
                <a:alpha val="75000"/>
              </a:srgbClr>
            </a:solidFill>
            <a:prstDash val="solid"/>
          </a:ln>
        </p:spPr>
      </p:sp>
    </p:spTree>
  </p:cSld>
</p:sld>
</file>