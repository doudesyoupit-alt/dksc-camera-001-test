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0"/>
  </p:sldIdLst>
  <p:sldSz cx="10972800" cy="7315200"/>
</p:presentation>
</file>

<file path=ppt/_rels/presentation.xml.rels><Relationships xmlns="http://schemas.openxmlformats.org/package/2006/relationships"><Relationship Id="s0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u="urn:unknown">
  <p:cSld>
    <p:spTree>
      <p:nvGrpSpPr>
        <p:cNvPr id="1" name=""/>
        <p:cNvGrpSpPr/>
        <p:nvPr/>
      </p:nvGrpSpPr>
      <p:grpSpPr/>
      <p:grpSp>
        <p:nvGrpSpPr>
          <p:cNvPr id="5" name="g5"/>
          <p:cNvGrpSpPr/>
          <p:nvPr/>
        </p:nvGrpSpPr>
        <p:grpSpPr>
          <a:xfrm>
            <a:off x="0" y="0"/>
            <a:ext cx="400" cy="200"/>
            <a:chOff x="0" y="0"/>
            <a:chExt cx="200" cy="200"/>
          </a:xfrm>
        </p:grpSpPr>
        <p:sp>
          <p:nvSpPr>
            <p:cNvPr id="2" name="s2"/>
            <p:cNvSpPr/>
            <p:nvPr/>
          </p:nvSpPr>
          <p:spPr>
            <a:xfrm rot="2700000">
              <a:off x="0" y="0"/>
              <a:ext cx="100" cy="100"/>
            </a:xfrm>
            <a:prstGeom prst="rect">
              <a:avLst/>
            </a:prstGeom>
            <a:noFill/>
            <a:ln w="3600">
              <a:solidFill>
                <a:srgbClr val="123456"/>
              </a:solidFill>
            </a:ln>
          </p:spPr>
        </p:sp>
        <p:sp>
          <p:nvSpPr>
            <p:cNvPr id="3" name="s3"/>
            <p:cNvSpPr/>
            <p:nvPr/>
          </p:nvSpPr>
          <p:spPr>
            <a:xfrm rot="2700000">
              <a:off x="0" y="0"/>
              <a:ext cx="100" cy="100"/>
            </a:xfrm>
            <a:prstGeom prst="ellipse">
              <a:avLst/>
            </a:prstGeom>
            <a:noFill/>
            <a:ln w="3600">
              <a:solidFill>
                <a:srgbClr val="123456"/>
              </a:solidFill>
            </a:ln>
          </p:spPr>
        </p:sp>
      </p:grpSp>
    </p:spTree>
  </p:cSld>
</p:sld>
</file>