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</p:sldIdLst>
  <p:sldSz cx="10972800" cy="7315200"/>
</p:presentation>
</file>

<file path=ppt/_rels/presentation.xml.rels><Relationships xmlns="http://schemas.openxmlformats.org/package/2006/relationships"><Relationship Id="s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spTree>
      <p:nvGrpSpPr>
        <p:cNvPr id="1" name=""/>
        <p:cNvGrpSpPr/>
        <p:nvPr/>
      </p:nvGrpSpPr>
      <p:grpSpPr/>
      <p:sp>
        <p:nvSpPr>
          <p:cNvPr id="2" name="s2"/>
          <p:cNvSpPr/>
          <p:nvPr/>
        </p:nvSpPr>
        <p:spPr>
          <a:xfrm>
            <a:off x="36000" y="72000"/>
            <a:ext cx="108000" cy="0"/>
          </a:xfrm>
          <a:prstGeom prst="line">
            <a:avLst/>
          </a:prstGeom>
          <a:noFill/>
          <a:ln w="3600">
            <a:solidFill>
              <a:srgbClr val="123456"/>
            </a:solidFill>
          </a:ln>
        </p:spPr>
      </p:sp>
      <p:sp>
        <p:nvSpPr>
          <p:cNvPr id="3" name="s3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123456"/>
            </a:solidFill>
          </a:ln>
        </p:spPr>
      </p:sp>
      <p:sp>
        <p:nvSpPr>
          <p:cNvPr id="4" name="s4"/>
          <p:cNvSpPr/>
          <p:nvPr/>
        </p:nvSpPr>
        <p:spPr>
          <a:xfrm>
            <a:off x="36000" y="72000"/>
            <a:ext cx="100" cy="100"/>
          </a:xfrm>
          <a:prstGeom prst="ellipse">
            <a:avLst/>
          </a:prstGeom>
          <a:noFill/>
          <a:ln w="3600">
            <a:solidFill>
              <a:srgbClr val="123456"/>
            </a:solidFill>
          </a:ln>
        </p:spPr>
      </p:sp>
      <p:sp>
        <p:nvSpPr>
          <p:cNvPr id="5" name="s5"/>
          <p:cNvSpPr/>
          <p:nvPr/>
        </p:nvSpPr>
        <p:spPr>
          <a:xfrm>
            <a:off x="36000" y="72000"/>
            <a:ext cx="108000" cy="144000"/>
          </a:xfrm>
          <a:prstGeom prst="ellipse">
            <a:avLst/>
          </a:prstGeom>
          <a:noFill/>
          <a:ln w="3600">
            <a:solidFill>
              <a:srgbClr val="123456"/>
            </a:solidFill>
          </a:ln>
        </p:spPr>
      </p:sp>
      <p:sp>
        <p:nvSpPr>
          <p:cNvPr id="6" name="s6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123456"/>
            </a:solidFill>
          </a:ln>
        </p:spPr>
        <p:txBody>
          <a:bodyPr anchor="t"/>
          <a:lstStyle/>
          <a:p>
            <a:r>
              <a:rPr sz="1200"/>
              <a:t>AB</a:t>
            </a:r>
            <a:r>
              <a:rPr sz="1200"/>
              <a:t>日本語</a:t>
            </a:r>
            <a:br/>
            <a:r>
              <a:t>C</a:t>
            </a:r>
          </a:p>
          <a:p>
            <a:r>
              <a:t>D</a:t>
            </a:r>
          </a:p>
        </p:txBody>
      </p:sp>
    </p:spTree>
  </p:cSld>
</p:sld>
</file>