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0"/>
  </p:sldIdLst>
  <p:sldSz cx="10972800" cy="7315200"/>
</p:presentation>
</file>

<file path=ppt/_rels/presentation.xml.rels><Relationships xmlns="http://schemas.openxmlformats.org/package/2006/relationships"><Relationship Id="s0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u="urn:unknown">
  <p:cSld>
    <p:bg>
      <p:bgPr/>
    </p:bg>
    <p:spTree>
      <p:nvGrpSpPr>
        <p:cNvPr id="1" name=""/>
        <p:cNvGrpSpPr/>
        <p:nvPr/>
      </p:nvGrpSpPr>
      <p:grpSpPr/>
      <p:sp>
        <p:nvSpPr>
          <p:cNvPr id="2" name="s2" hidden="1"/>
          <p:cNvSpPr/>
          <p:nvPr/>
        </p:nvSpPr>
        <p:spPr>
          <a:xfrm>
            <a:off x="36000" y="72000"/>
            <a:ext cx="108000" cy="144000"/>
          </a:xfrm>
          <a:prstGeom prst="rect">
            <a:avLst/>
          </a:prstGeom>
          <a:noFill/>
          <a:ln w="3600">
            <a:solidFill>
              <a:srgbClr val="123456"/>
            </a:solidFill>
          </a:ln>
        </p:spPr>
      </p:sp>
      <p:pic/>
      <p:graphicFrame/>
      <u:future/>
    </p:spTree>
  </p:cSld>
</p:sld>
</file>