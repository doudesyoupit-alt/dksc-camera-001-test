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Relationships xmlns="http://schemas.openxmlformats.org/package/2006/relationships"><Relationship Id="rRoot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7" r:id="r2"/>
    <p:sldId id="256" r:id="r1"/>
  </p:sldIdLst>
  <p:sldSz cx="7200000" cy="5400000"/>
</p:presentation>
</file>

<file path=ppt/_rels/presentation.xml.rels><Relationships xmlns="http://schemas.openxmlformats.org/package/2006/relationships"><Relationship Id="r1" Type="http://schemas.openxmlformats.org/officeDocument/2006/relationships/slide" Target="slides/slide1.xml"/><Relationship Id="r2" Type="http://schemas.openxmlformats.org/officeDocument/2006/relationships/slide" Target="slides/slide2.xml"/><Relationship Id="rt" Type="http://schemas.openxmlformats.org/officeDocument/2006/relationships/theme" Target="theme/theme1.xml"/></Relationships>
</file>

<file path=ppt/slideLayouts/_rels/slideLayout1.xml.rels><Relationships xmlns="http://schemas.openxmlformats.org/package/2006/relationships"><Relationship Id="rm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>
    <p:spTree/>
  </p:cSld>
</p:sldLayout>
</file>

<file path=ppt/slideMasters/slideMaster1.xml><?xml version="1.0" encoding="utf-8"?>
<p:sldMaster xmlns:p="http://schemas.openxmlformats.org/presentationml/2006/main" xmlns:a="http://schemas.openxmlformats.org/drawingml/2006/main">
  <p:cSld>
    <p:bg>
      <p:bgPr>
        <a:solidFill>
          <a:srgbClr val="ABCDEF"/>
        </a:solidFill>
      </p:bgPr>
    </p:bg>
    <p:spTree/>
  </p:cSld>
  <p:clrMap accent1="accent1" bg1="lt1"/>
  <p:txStyles>
    <p:bodyStyle>
      <a:lvl1pPr>
        <a:defRPr sz="1800"/>
      </a:lvl1pPr>
    </p:bodyStyle>
  </p:txStyles>
</p:sldMaster>
</file>

<file path=ppt/slides/_rels/slide1.xml.rels><Relationships xmlns="http://schemas.openxmlformats.org/package/2006/relationships"><Relationship Id="rl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root"/>
        <p:cNvGrpSpPr/>
        <p:nvPr/>
      </p:nvGrpSpPr>
      <p:grpSpPr/>
      <p:sp>
        <p:nvSpPr>
          <p:cNvPr id="2" name="s2"/>
          <p:cNvSpPr/>
          <p:nvPr/>
        </p:nvSpPr>
        <p:spPr>
          <a:xfrm>
            <a:off x="-36000" y="72000"/>
            <a:ext cx="108000" cy="72000"/>
          </a:xfrm>
          <a:custGeom>
            <a:avLst/>
            <a:gdLst/>
            <a:ahLst/>
            <a:cxnLst/>
            <a:rect l="0" t="0" r="r" b="b"/>
            <a:pathLst>
              <a:path w="300" h="200">
                <a:moveTo>
                  <a:pt x="0" y="0"/>
                </a:moveTo>
                <a:lnTo>
                  <a:pt x="300" y="0"/>
                </a:lnTo>
                <a:lnTo>
                  <a:pt x="120" y="200"/>
                </a:lnTo>
              </a:path>
            </a:pathLst>
          </a:custGeom>
          <a:solidFill>
            <a:srgbClr val="123456"/>
          </a:solidFill>
          <a:ln w="3600">
            <a:solidFill>
              <a:srgbClr val="654321"/>
            </a:solidFill>
          </a:ln>
        </p:spPr>
      </p:sp>
      <p:sp>
        <p:nvSpPr>
          <p:cNvPr id="3" name="s3"/>
          <p:cNvSpPr/>
          <p:nvPr/>
        </p:nvSpPr>
        <p:spPr>
          <a:xfrm>
            <a:off x="-36000" y="72000"/>
            <a:ext cx="108000" cy="72000"/>
          </a:xfrm>
          <a:custGeom>
            <a:avLst/>
            <a:gdLst/>
            <a:ahLst/>
            <a:cxnLst/>
            <a:rect l="0" t="0" r="r" b="b"/>
            <a:pathLst>
              <a:path w="300" h="200">
                <a:moveTo>
                  <a:pt x="0" y="0"/>
                </a:moveTo>
                <a:lnTo>
                  <a:pt x="300" y="0"/>
                </a:lnTo>
                <a:lnTo>
                  <a:pt x="120" y="200"/>
                </a:lnTo>
                <a:close/>
              </a:path>
            </a:pathLst>
          </a:custGeom>
          <a:solidFill>
            <a:srgbClr val="123456"/>
          </a:solidFill>
          <a:ln w="3600">
            <a:solidFill>
              <a:srgbClr val="654321"/>
            </a:solidFill>
          </a:ln>
        </p:spPr>
      </p:sp>
      <p:sp>
        <p:nvSpPr>
          <p:cNvPr id="4" name="s4"/>
          <p:cNvSpPr/>
          <p:nvPr/>
        </p:nvSpPr>
        <p:spPr>
          <a:xfrm>
            <a:off x="-36000" y="72000"/>
            <a:ext cx="108000" cy="72000"/>
          </a:xfrm>
          <a:prstGeom prst="triangle">
            <a:avLst/>
          </a:prstGeom>
          <a:solidFill>
            <a:srgbClr val="123456"/>
          </a:solidFill>
          <a:ln w="3600">
            <a:solidFill>
              <a:srgbClr val="654321"/>
            </a:solidFill>
          </a:ln>
        </p:spPr>
      </p:sp>
      <p:sp>
        <p:nvSpPr>
          <p:cNvPr id="5" name="s5"/>
          <p:cNvSpPr/>
          <p:nvPr/>
        </p:nvSpPr>
        <p:spPr>
          <a:xfrm rot="0" flipH="1">
            <a:off x="-36000" y="72000"/>
            <a:ext cx="108000" cy="72000"/>
          </a:xfrm>
          <a:prstGeom prst="line">
            <a:avLst/>
          </a:prstGeom>
          <a:solidFill>
            <a:srgbClr val="123456"/>
          </a:solidFill>
          <a:ln w="3600">
            <a:solidFill>
              <a:srgbClr val="654321"/>
            </a:solidFill>
          </a:ln>
        </p:spPr>
      </p:sp>
      <p:sp>
        <p:nvSpPr>
          <p:cNvPr id="6" name="s6"/>
          <p:cNvSpPr/>
          <p:nvPr/>
        </p:nvSpPr>
        <p:spPr>
          <a:xfrm rot="5400000" flipH="1">
            <a:off x="-36000" y="72000"/>
            <a:ext cx="108000" cy="72000"/>
          </a:xfrm>
          <a:prstGeom prst="line">
            <a:avLst/>
          </a:prstGeom>
          <a:solidFill>
            <a:srgbClr val="123456"/>
          </a:solidFill>
          <a:ln w="3600">
            <a:solidFill>
              <a:srgbClr val="654321"/>
            </a:solidFill>
          </a:ln>
        </p:spPr>
      </p:sp>
      <p:sp>
        <p:nvSpPr>
          <p:cNvPr id="7" name="s7"/>
          <p:cNvSpPr/>
          <p:nvPr/>
        </p:nvSpPr>
        <p:spPr>
          <a:xfrm rot="21540000" flipH="1">
            <a:off x="-36000" y="72000"/>
            <a:ext cx="108000" cy="72000"/>
          </a:xfrm>
          <a:prstGeom prst="line">
            <a:avLst/>
          </a:prstGeom>
          <a:solidFill>
            <a:srgbClr val="123456"/>
          </a:solidFill>
          <a:ln w="3600">
            <a:solidFill>
              <a:srgbClr val="654321"/>
            </a:solidFill>
          </a:ln>
        </p:spPr>
      </p:sp>
      <p:sp>
        <p:nvSpPr>
          <p:cNvPr id="8" name="s8"/>
          <p:cNvSpPr/>
          <p:nvPr/>
        </p:nvSpPr>
        <p:spPr>
          <a:xfrm>
            <a:off x="-36000" y="72000"/>
            <a:ext cx="108000" cy="72000"/>
          </a:xfrm>
          <a:prstGeom prst="arc">
            <a:avLst/>
          </a:prstGeom>
          <a:solidFill>
            <a:srgbClr val="123456"/>
          </a:solidFill>
          <a:ln w="3600">
            <a:solidFill>
              <a:srgbClr val="654321"/>
            </a:solidFill>
          </a:ln>
        </p:spPr>
        <p:txBody>
          <a:bodyPr/>
          <a:lstStyle/>
          <a:p>
            <a:r>
              <a:rPr sz="1200"/>
              <a:t>電源 A</a:t>
            </a:r>
            <a:r>
              <a:rPr sz="1200"/>
              <a:t>＋B</a:t>
            </a:r>
            <a:br/>
            <a:r>
              <a:rPr sz="1200"/>
              <a:t>行2</a:t>
            </a:r>
          </a:p>
          <a:p>
            <a:r>
              <a:rPr sz="1200"/>
              <a:t>次段落</a:t>
            </a:r>
          </a:p>
        </p:txBody>
      </p:sp>
      <p:sp>
        <p:nvSpPr>
          <p:cNvPr id="9" name="s9"/>
          <p:cNvSpPr/>
          <p:nvPr/>
        </p:nvSpPr>
        <p:spPr>
          <a:xfrm>
            <a:off x="-36000" y="72000"/>
            <a:ext cx="108000" cy="72000"/>
          </a:xfrm>
          <a:custGeom>
            <a:avLst/>
            <a:gdLst/>
            <a:ahLst/>
            <a:cxnLst/>
            <a:rect l="0" t="0" r="r" b="b"/>
            <a:pathLst>
              <a:path w="300" h="200">
                <a:moveTo>
                  <a:pt x="0" y="0"/>
                </a:moveTo>
                <a:lnTo>
                  <a:pt x="300" y="0"/>
                </a:lnTo>
                <a:lnTo>
                  <a:pt x="120" y="200"/>
                </a:lnTo>
                <a:cubicBezTo>
                  <a:pt x="0" y="0"/>
                  <a:pt x="100" y="100"/>
                  <a:pt x="200" y="0"/>
                </a:cubicBezTo>
              </a:path>
            </a:pathLst>
          </a:custGeom>
          <a:solidFill>
            <a:srgbClr val="123456"/>
          </a:solidFill>
          <a:ln w="3600">
            <a:solidFill>
              <a:srgbClr val="654321"/>
            </a:solidFill>
          </a:ln>
        </p:spPr>
        <p:txBody>
          <a:bodyPr/>
          <a:lstStyle/>
          <a:p>
            <a:r>
              <a:rPr sz="1200"/>
              <a:t>電源 A</a:t>
            </a:r>
            <a:r>
              <a:rPr sz="1200"/>
              <a:t>＋B</a:t>
            </a:r>
            <a:br/>
            <a:r>
              <a:rPr sz="1200"/>
              <a:t>行2</a:t>
            </a:r>
          </a:p>
          <a:p>
            <a:r>
              <a:rPr sz="1200"/>
              <a:t>次段落</a:t>
            </a:r>
          </a:p>
        </p:txBody>
      </p:sp>
      <p:sp>
        <p:nvSpPr>
          <p:cNvPr id="10" name="s10"/>
          <p:cNvSpPr/>
          <p:nvPr/>
        </p:nvSpPr>
        <p:spPr>
          <a:xfrm>
            <a:off x="-36000" y="72000"/>
            <a:ext cx="108000" cy="72000"/>
          </a:xfrm>
          <a:prstGeom prst="rect">
            <a:avLst/>
          </a:prstGeom>
          <a:solidFill>
            <a:srgbClr val="123456"/>
          </a:solidFill>
          <a:ln w="3600">
            <a:solidFill>
              <a:srgbClr val="654321"/>
            </a:solidFill>
          </a:ln>
        </p:spPr>
        <p:txBody>
          <a:bodyPr/>
          <a:lstStyle/>
          <a:p>
            <a:r>
              <a:rPr sz="1200"/>
              <a:t>電源 A</a:t>
            </a:r>
            <a:r>
              <a:rPr sz="1200"/>
              <a:t>＋B</a:t>
            </a:r>
            <a:br/>
            <a:r>
              <a:rPr sz="1200"/>
              <a:t>行2</a:t>
            </a:r>
          </a:p>
          <a:p>
            <a:r>
              <a:rPr sz="1200"/>
              <a:t>次段落</a:t>
            </a:r>
          </a:p>
        </p:txBody>
      </p:sp>
      <p:sp>
        <p:nvSpPr>
          <p:cNvPr id="11" name="s11"/>
          <p:cNvSpPr/>
          <p:nvPr/>
        </p:nvSpPr>
        <p:spPr>
          <a:xfrm>
            <a:off x="-36000" y="72000"/>
            <a:ext cx="108000" cy="72000"/>
          </a:xfrm>
          <a:prstGeom prst="rect">
            <a:avLst/>
          </a:prstGeom>
          <a:solidFill>
            <a:schemeClr val="accent1">
              <a:tint val="20000"/>
            </a:schemeClr>
          </a:solidFill>
        </p:spPr>
      </p:sp>
      <p:futureObject>
        <p:cNvPr id="12" name="future"/>
      </p:futureObject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root"/>
        <p:cNvGrpSpPr/>
        <p:nvPr/>
      </p:nvGrpSpPr>
      <p:grpSpPr/>
      <p:grpSp>
        <p:nvGrpSpPr>
          <p:cNvPr id="2" name="g2"/>
          <p:cNvGrpSpPr/>
          <p:nvPr/>
        </p:nvGrpSpPr>
        <p:grpSpPr>
          <a:xfrm flipV="1">
            <a:off x="-360000" y="720000"/>
            <a:ext cx="720000" cy="1080000"/>
            <a:chOff x="0" y="0"/>
            <a:chExt cx="360000" cy="360000"/>
          </a:xfrm>
        </p:grpSpPr>
        <p:grpSp>
          <p:nvGrpSpPr>
            <p:cNvPr id="3" name="g3"/>
            <p:cNvGrpSpPr/>
            <p:nvPr/>
          </p:nvGrpSpPr>
          <p:grpSpPr>
            <a:xfrm rot="5400000" flipV="1">
              <a:off x="36000" y="-72000"/>
              <a:ext cx="144000" cy="72000"/>
              <a:chOff x="-36000" y="0"/>
              <a:chExt cx="72000" cy="72000"/>
            </a:xfrm>
          </p:grpSpPr>
          <p:sp>
            <p:nvSpPr>
              <p:cNvPr id="4" name="s4"/>
              <p:cNvSpPr/>
              <p:nvPr/>
            </p:nvSpPr>
            <p:spPr>
              <a:xfrm>
                <a:off x="-18000" y="18000"/>
                <a:ext cx="36000" cy="36000"/>
              </a:xfrm>
              <a:prstGeom prst="rect">
                <a:avLst/>
              </a:prstGeom>
              <a:solidFill>
                <a:srgbClr val="123456"/>
              </a:solidFill>
              <a:ln w="3600">
                <a:solidFill>
                  <a:srgbClr val="654321"/>
                </a:solidFill>
              </a:ln>
            </p:spPr>
          </p:sp>
        </p:grpSp>
      </p:grpSp>
      <p:sp>
        <p:nvSpPr>
          <p:cNvPr id="5" name="s5"/>
          <p:cNvSpPr/>
          <p:nvPr/>
        </p:nvSpPr>
        <p:spPr>
          <a:xfrm>
            <a:off x="-36000" y="72000"/>
            <a:ext cx="108000" cy="72000"/>
          </a:xfrm>
          <a:prstGeom prst="rect">
            <a:avLst/>
          </a:prstGeom>
          <a:solidFill>
            <a:srgbClr val="123456"/>
          </a:solidFill>
          <a:ln w="3600">
            <a:solidFill>
              <a:srgbClr val="654321"/>
            </a:solidFill>
          </a:ln>
        </p:spPr>
        <p:txBody>
          <a:bodyPr/>
          <a:lstStyle/>
          <a:p>
            <a:r>
              <a:rPr sz="1200"/>
              <a:t>電源 A</a:t>
            </a:r>
            <a:r>
              <a:rPr sz="1200"/>
              <a:t>＋B</a:t>
            </a:r>
            <a:br/>
            <a:r>
              <a:rPr sz="1200"/>
              <a:t>行2</a:t>
            </a:r>
          </a:p>
          <a:p>
            <a:r>
              <a:rPr sz="1200"/>
              <a:t>次段落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thetic">
  <a:themeElements>
    <a:clrScheme name="synthetic">
      <a:accent1>
        <a:srgbClr val="336699"/>
      </a:accent1>
      <a:lt1>
        <a:srgbClr val="FFFFFF"/>
      </a:lt1>
    </a:clrScheme>
  </a:themeElements>
</a:theme>
</file>