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7200000" cy="5400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root"/>
        <p:cNvGrpSpPr/>
        <p:nvPr/>
      </p:nvGrpSpPr>
      <p:grpSpPr/>
      <p:sp>
        <p:nvSpPr>
          <p:cNvPr id="2" name="shape-text"/>
          <p:cNvSpPr/>
          <p:nvPr/>
        </p:nvSpPr>
        <p:spPr>
          <a:xfrm>
            <a:off x="360000" y="720000"/>
            <a:ext cx="720000" cy="360000"/>
          </a:xfrm>
          <a:prstGeom prst="rect">
            <a:avLst/>
          </a:prstGeom>
          <a:solidFill>
            <a:srgbClr val="ABCDEF"/>
          </a:solidFill>
        </p:spPr>
        <p:txBody>
          <a:bodyPr/>
          <a:lstStyle/>
          <a:p>
            <a:r>
              <a:rPr sz="2400"/>
              <a:t>分電盤</a:t>
            </a:r>
            <a:r>
              <a:t>ABC</a:t>
            </a:r>
            <a:br/>
            <a:r>
              <a:t>1000</a:t>
            </a:r>
          </a:p>
          <a:p>
            <a:r>
              <a:t>次行</a:t>
            </a:r>
          </a:p>
        </p:txBody>
      </p:sp>
      <p:cxnSp>
        <p:nvCxnSpPr>
          <p:cNvPr id="3" name="connector"/>
          <p:cNvCxnSpPr/>
          <p:nvPr/>
        </p:nvCxnSpPr>
        <p:spPr>
          <a:xfrm rot="5400000" flipH="1">
            <a:off x="914400" y="1828800"/>
            <a:ext cx="914400" cy="0"/>
          </a:xfrm>
          <a:prstGeom prst="line">
            <a:avLst/>
          </a:prstGeom>
        </p:spPr>
      </p:cxnSp>
      <p:sp>
        <p:nvSpPr>
          <p:cNvPr id="4" name="circle"/>
          <p:cNvSpPr/>
          <p:nvPr/>
        </p:nvSpPr>
        <p:spPr>
          <a:xfrm>
            <a:off x="360000" y="720000"/>
            <a:ext cx="360000" cy="360000"/>
          </a:xfrm>
          <a:prstGeom prst="ellipse">
            <a:avLst/>
          </a:prstGeom>
          <a:solidFill>
            <a:srgbClr val="ABCDEF"/>
          </a:solidFill>
        </p:spPr>
      </p:sp>
      <p:grpSp>
        <p:nvGrpSpPr>
          <p:cNvPr id="5" name="group"/>
          <p:cNvGrpSpPr/>
          <p:nvPr/>
        </p:nvGrpSpPr>
        <p:grpSpPr>
          <a:xfrm>
            <a:off x="360000" y="720000"/>
            <a:ext cx="720000" cy="1080000"/>
            <a:chOff x="0" y="0"/>
            <a:chExt cx="360000" cy="360000"/>
          </a:xfrm>
        </p:grpSpPr>
        <p:grpSp>
          <p:nvGrpSpPr>
            <p:cNvPr id="11" name="nested-flip-rotate"/>
            <p:cNvGrpSpPr/>
            <p:nvPr/>
          </p:nvGrpSpPr>
          <p:grpSpPr>
            <a:xfrm rot="5400000" flipH="1">
              <a:off x="90000" y="60000"/>
              <a:ext cx="180000" cy="120000"/>
              <a:chOff x="0" y="0"/>
              <a:chExt cx="180000" cy="120000"/>
            </a:xfrm>
          </p:grpSpPr>
          <p:sp>
            <p:nvSpPr>
              <p:cNvPr id="6" name="group-child"/>
              <p:cNvSpPr/>
              <p:nvPr/>
            </p:nvSpPr>
            <p:spPr>
              <a:xfrm>
                <a:off x="30000" y="20000"/>
                <a:ext cx="60000" cy="40000"/>
              </a:xfrm>
              <a:prstGeom prst="rect">
                <a:avLst/>
              </a:prstGeom>
              <a:solidFill>
                <a:srgbClr val="ABCDEF"/>
              </a:solidFill>
            </p:spPr>
          </p:sp>
        </p:grpSp>
      </p:grpSp>
      <p:pic>
        <p:nvPicPr>
          <p:cNvPr id="7" name="unsupported-picture"/>
          <p:cNvPicPr/>
          <p:nvPr/>
        </p:nvPicPr>
        <p:blipFill>
          <a:blip r:embed="rMissing"/>
        </p:blipFill>
        <p:spPr>
          <a:xfrm>
            <a:off x="0" y="0"/>
            <a:ext cx="360000" cy="360000"/>
          </a:xfrm>
        </p:spPr>
      </p:pic>
      <p:graphicFrame>
        <p:nvGraphicFramePr>
          <p:cNvPr id="8" name="unsupported-table"/>
          <p:cNvGraphicFramePr/>
          <p:nvPr/>
        </p:nvGraphicFramePr>
        <a:graphic>
          <a:graphicData uri="table"/>
        </a:graphic>
      </p:graphicFrame>
      <p:unknownShape>
        <p:cNvPr id="9" name="future-object"/>
      </p:unknownShape>
      <p:sp>
        <p:nvSpPr>
          <p:cNvPr id="10" name="hidden-rect" hidden="1"/>
          <p:cNvSpPr/>
          <p:nvPr/>
        </p:nvSpPr>
        <p:spPr>
          <a:xfrm>
            <a:off x="0" y="0"/>
            <a:ext cx="360000" cy="360000"/>
          </a:xfrm>
          <a:prstGeom prst="rect">
            <a:avLst/>
          </a:prstGeom>
          <a:solidFill>
            <a:srgbClr val="ABCDEF"/>
          </a:solidFill>
        </p:spPr>
      </p:sp>
    </p:spTree>
  </p:cSld>
  <p:clrMapOvr>
    <a:masterClrMapping/>
  </p:clrMapOvr>
</p:sld>
</file>