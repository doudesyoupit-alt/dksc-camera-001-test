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972800" cy="7315200"/>
  <p:notesSz cx="7315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単位なし・未校正。写真全域の縮尺は確定していません。ページ: 図面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-line"/>
          <p:cNvSpPr/>
          <p:nvPr/>
        </p:nvSpPr>
        <p:spPr>
          <a:xfrm>
            <a:off x="914400" y="914400"/>
            <a:ext cx="2743200" cy="91"/>
          </a:xfrm>
          <a:prstGeom prst="line">
            <a:avLst/>
          </a:prstGeom>
          <a:solidFill>
            <a:srgbClr val="FFFFFF">
              <a:alpha val="0"/>
            </a:srgbClr>
          </a:solidFill>
          <a:ln w="27432">
            <a:solidFill>
              <a:srgbClr val="112233"/>
            </a:solidFill>
            <a:prstDash val="solid"/>
          </a:ln>
        </p:spPr>
      </p:sp>
      <p:sp>
        <p:nvSpPr>
          <p:cNvPr id="3" name="native-rect"/>
          <p:cNvSpPr/>
          <p:nvPr/>
        </p:nvSpPr>
        <p:spPr>
          <a:xfrm>
            <a:off x="1828800" y="1828800"/>
            <a:ext cx="1645920" cy="914400"/>
          </a:xfrm>
          <a:prstGeom prst="rect">
            <a:avLst/>
          </a:prstGeom>
          <a:solidFill>
            <a:srgbClr val="ABCDEF"/>
          </a:solidFill>
          <a:ln w="27432">
            <a:solidFill>
              <a:srgbClr val="102030"/>
            </a:solidFill>
            <a:prstDash val="solid"/>
          </a:ln>
        </p:spPr>
      </p:sp>
      <p:sp>
        <p:nvSpPr>
          <p:cNvPr id="4" name="native-ellipse"/>
          <p:cNvSpPr/>
          <p:nvPr/>
        </p:nvSpPr>
        <p:spPr>
          <a:xfrm>
            <a:off x="4114800" y="2286000"/>
            <a:ext cx="91440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27432">
            <a:solidFill>
              <a:srgbClr val="334455"/>
            </a:solidFill>
            <a:prstDash val="solid"/>
          </a:ln>
        </p:spPr>
      </p:sp>
      <p:sp>
        <p:nvSpPr>
          <p:cNvPr id="5" name="native-text"/>
          <p:cNvSpPr/>
          <p:nvPr/>
        </p:nvSpPr>
        <p:spPr>
          <a:xfrm>
            <a:off x="914400" y="457200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8" dirty="0">
                <a:solidFill>
                  <a:srgbClr val="2244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分電盤 ABC</a:t>
            </a:r>
            <a:endParaRPr lang="en-US" sz="1728" dirty="0"/>
          </a:p>
          <a:p>
            <a:pPr indent="0" marL="0">
              <a:buNone/>
            </a:pPr>
            <a:r>
              <a:rPr lang="en-US" sz="1728" dirty="0">
                <a:solidFill>
                  <a:srgbClr val="2244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1000</a:t>
            </a:r>
            <a:endParaRPr lang="en-US" sz="1728" dirty="0"/>
          </a:p>
        </p:txBody>
      </p:sp>
      <p:sp>
        <p:nvSpPr>
          <p:cNvPr id="6" name="native-dimension"/>
          <p:cNvSpPr/>
          <p:nvPr/>
        </p:nvSpPr>
        <p:spPr>
          <a:xfrm>
            <a:off x="6400800" y="4572000"/>
            <a:ext cx="1828800" cy="91"/>
          </a:xfrm>
          <a:prstGeom prst="line">
            <a:avLst/>
          </a:prstGeom>
          <a:solidFill>
            <a:srgbClr val="FFFFFF">
              <a:alpha val="0"/>
            </a:srgbClr>
          </a:solidFill>
          <a:ln w="27432">
            <a:solidFill>
              <a:srgbClr val="334466"/>
            </a:solidFill>
            <a:prstDash val="solid"/>
          </a:ln>
        </p:spPr>
      </p:sp>
      <p:sp>
        <p:nvSpPr>
          <p:cNvPr id="7" name="native-dimension-label"/>
          <p:cNvSpPr/>
          <p:nvPr/>
        </p:nvSpPr>
        <p:spPr>
          <a:xfrm>
            <a:off x="64008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1000（手入力・対象のみ）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Native Fixture</dc:title>
  <dc:subject>UNSCALED drawing coordinates / 手入力寸法は対象限定</dc:subject>
  <dc:creator>VDRAW</dc:creator>
  <cp:lastModifiedBy>VDRAW</cp:lastModifiedBy>
  <cp:revision>1</cp:revision>
  <dcterms:created xsi:type="dcterms:W3CDTF">2026-10-07T07:21:37Z</dcterms:created>
  <dcterms:modified xsi:type="dcterms:W3CDTF">2026-10-07T07:21:37Z</dcterms:modified>
</cp:coreProperties>
</file>