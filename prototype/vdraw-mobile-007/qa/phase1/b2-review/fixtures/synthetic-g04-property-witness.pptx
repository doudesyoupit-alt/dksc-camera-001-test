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Relationships xmlns="http://schemas.openxmlformats.org/package/2006/relationships"><Relationship Id="r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1"/>
  </p:sldIdLst>
  <p:sldSz cx="7200000" cy="5400000"/>
</p:presentation>
</file>

<file path=ppt/_rels/presentation.xml.rels><Relationships xmlns="http://schemas.openxmlformats.org/package/2006/relationships"><Relationship Id="r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root"/>
        <p:cNvGrpSpPr/>
        <p:nvPr/>
      </p:nvGrpSpPr>
      <p:grpSpPr/>
      <p:sp>
        <p:nvSpPr>
          <p:cNvPr id="2" name="property-witness-2"/>
          <p:cNvSpPr/>
          <p:nvPr/>
        </p:nvSpPr>
        <p:spPr>
          <a:xfrm>
            <a:off x="-36000" y="72000"/>
            <a:ext cx="72000" cy="36000"/>
          </a:xfrm>
          <a:prstGeom prst="line">
            <a:avLst/>
          </a:prstGeom>
          <a:noFill/>
          <a:ln w="3600">
            <a:solidFill>
              <a:srgbClr val="010203">
                <a:alpha val="50000"/>
              </a:srgbClr>
            </a:solidFill>
            <a:prstDash val="solid"/>
          </a:ln>
        </p:spPr>
      </p:sp>
      <p:sp>
        <p:nvSpPr>
          <p:cNvPr id="3" name="property-witness-3"/>
          <p:cNvSpPr/>
          <p:nvPr/>
        </p:nvSpPr>
        <p:spPr>
          <a:xfrm>
            <a:off x="-36000" y="72000"/>
            <a:ext cx="72000" cy="36000"/>
          </a:xfrm>
          <a:prstGeom prst="rect">
            <a:avLst/>
          </a:prstGeom>
          <a:solidFill>
            <a:srgbClr val="AABBCC">
              <a:alpha val="100000"/>
            </a:srgbClr>
          </a:solidFill>
          <a:ln>
            <a:noFill/>
          </a:ln>
        </p:spPr>
      </p:sp>
      <p:sp>
        <p:nvSpPr>
          <p:cNvPr id="4" name="property-witness-4"/>
          <p:cNvSpPr/>
          <p:nvPr/>
        </p:nvSpPr>
        <p:spPr>
          <a:xfrm>
            <a:off x="-36000" y="72000"/>
            <a:ext cx="72000" cy="36000"/>
          </a:xfrm>
          <a:prstGeom prst="rect">
            <a:avLst/>
          </a:prstGeom>
          <a:solidFill>
            <a:srgbClr val="445566">
              <a:alpha val="80000"/>
            </a:srgbClr>
          </a:solidFill>
          <a:ln w="7200">
            <a:solidFill>
              <a:srgbClr val="778899">
                <a:alpha val="50000"/>
              </a:srgbClr>
            </a:solidFill>
            <a:prstDash val="solid"/>
          </a:ln>
        </p:spPr>
      </p:sp>
    </p:spTree>
  </p:cSld>
</p:sld>
</file>